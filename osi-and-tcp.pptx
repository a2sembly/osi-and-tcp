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6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8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629B03-702D-4201-830F-414C5F029C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DFEFF70-CE3A-4152-85DC-A579B1F7AB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64E749-EEB0-4AE0-B1C4-A4A5497EE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E41AE6-3D60-44A4-B0D8-F4ABD9AB4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6217D1-656B-48C2-A8D2-270DAC485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124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38B4F-5CA2-4151-AF9D-9B1C65106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23BB56-CD70-4B41-AA4A-70BDCE3BB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EE6325-C73F-4D6B-AA71-F1B99166A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C31A5A-640D-4D93-AD36-CD56EB873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1F9AC6-DBC8-4EE7-872B-B2BFCA242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88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9A9FAF-E10A-448F-BD2D-4356F9806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FBC70F-35C1-4230-8A01-80AB56A872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29AE05-6DD0-4176-8E81-4B237A2CA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3B51F7-D483-45B6-95C8-6ADD5B720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0CBF31-AAAA-4BF2-9C22-4CB2E0F12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709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268B30-B53E-428F-B016-82E462834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BB5F14-67F7-40D7-9B95-B9B606279E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29D0AE-8657-4A85-BBA0-7B5880678D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E89D188-55EC-449F-9060-43C09E7E0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E179E1-B047-48E2-B96C-A0A44E38C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CB16A5C-87BF-4D76-A4B5-A4CB396BB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0770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5C0C7-9228-47F2-969E-354D32991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94808E-72D7-4A4E-AD05-DC28C501A5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A9FF06-C131-401C-A08A-EE6F013652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F0B068-290E-4047-9F24-3286A86B8C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C83A30-16FB-459C-9604-53A0291B36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BF18D6C-A65E-42A5-A245-A13CE79F4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FB9C027-1698-49E0-BEEB-0672B20FC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06E6244-AD77-4ED9-9A7C-E0A9AB355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30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B2DE8E-8E64-4A58-B9BC-2B6902598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EDFD14D-F77F-494E-9AB7-647C0C2A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E98E23-EB86-4C19-B185-592D85D91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7B85188-6961-48A9-BBB4-B4B54F3BD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0319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6CBA6D3-FC4C-444E-A99B-DB1AF7CC0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0070145-FB68-415B-8BCD-AABF38B69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F214DA-62C7-4FE4-91D2-73B84FDF7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05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107226-9AA5-414F-A1EA-A31D0C2F5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AB12CF-56A2-4DF3-8130-A090E61BC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4A0B444-2B76-45D7-B175-6B4C174981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460C49-841D-4056-8F73-6E4524DA0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13630E-C916-4B34-AE6F-6F6905B8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B52EF7B-1243-4502-BC6A-3267C0C37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914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B6443-8AF3-422F-B841-333AD5156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E913D72-FB29-430A-B24D-F4D43B0BC1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9F664B7-0810-4FF3-A0B7-BA71C87D7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A6CFA4-92E8-4F78-89AC-0DB0B9AB7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7FB379-67CC-41F7-99FF-6A84CA0C0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DD78BB-1305-43AF-8AF9-7F191A560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330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0618C6-F525-4C7B-9F0A-3F849B4C8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6B4904-03B0-4CDC-9D18-9B2E2B2C58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6CE456-3909-4140-97A6-B5FDC4916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319D28-11E3-4CF9-9EC2-9F2B19E30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D443E4-0DBD-4BDD-A00E-28767F96F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9526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C9D4707-9B5C-41D1-B6D7-D9152DEB70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80523C-B4A4-4710-BB70-CC734F24F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ABA47A-B9E3-407E-B203-343F4A48C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94FC6E-4F96-473D-AB62-C33432CAD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9EF02-3B85-4369-951A-62305C552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21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7BECBAE-D226-4508-9C19-464EEE15C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73D8E52-87B2-4BEB-9B17-E9898F00E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D5AA37-8DF2-4A7E-80A1-9FD473767E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AA3491-8CDC-4C43-9D02-704F392174B2}" type="datetimeFigureOut">
              <a:rPr lang="ko-KR" altLang="en-US" smtClean="0"/>
              <a:t>2020-07-13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0F79A5-73AE-4C2F-9B41-A63473CE35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88D339-EAB8-44DA-8825-CADC399EDF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ADBFC0-6685-4624-8DE0-FE85CB447C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661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55E4F7D5-8B6E-4E3F-94CC-EDD59079B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7652316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151688870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403068309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80078560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913722832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876449382"/>
                    </a:ext>
                  </a:extLst>
                </a:gridCol>
              </a:tblGrid>
              <a:tr h="85725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OSI Model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Layer 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TCP/IP Layer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Other protocol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001755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Alligator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Application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7</a:t>
                      </a:r>
                      <a:endParaRPr lang="ko-KR" alt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HTTP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SSH, FTP</a:t>
                      </a:r>
                    </a:p>
                    <a:p>
                      <a:pPr algn="ctr" latinLnBrk="1"/>
                      <a:r>
                        <a:rPr lang="en-US" altLang="ko-KR" dirty="0"/>
                        <a:t>Telnet</a:t>
                      </a:r>
                    </a:p>
                    <a:p>
                      <a:pPr algn="ctr" latinLnBrk="1"/>
                      <a:r>
                        <a:rPr lang="en-US" altLang="ko-KR" dirty="0"/>
                        <a:t>SMTP</a:t>
                      </a:r>
                    </a:p>
                    <a:p>
                      <a:pPr algn="ctr" latinLnBrk="1"/>
                      <a:r>
                        <a:rPr lang="en-US" altLang="ko-KR" dirty="0"/>
                        <a:t>POP3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8374193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Pet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Presentation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3250642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Steve’s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Session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1196308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Touch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Transport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TCP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UDP,SCTP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8642774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Not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Network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IP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IPv6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645670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Data-Link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Ethermet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HDLC</a:t>
                      </a:r>
                    </a:p>
                    <a:p>
                      <a:pPr algn="ctr" latinLnBrk="1"/>
                      <a:r>
                        <a:rPr lang="en-US" altLang="ko-KR"/>
                        <a:t>Frame </a:t>
                      </a:r>
                      <a:r>
                        <a:rPr lang="en-US" altLang="ko-KR" dirty="0"/>
                        <a:t>Relay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0830274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Please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Physical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2029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7604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48</Words>
  <Application>Microsoft Office PowerPoint</Application>
  <PresentationFormat>와이드스크린</PresentationFormat>
  <Paragraphs>37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이승형</dc:creator>
  <cp:lastModifiedBy>승형 이</cp:lastModifiedBy>
  <cp:revision>3</cp:revision>
  <dcterms:created xsi:type="dcterms:W3CDTF">2020-07-12T11:03:09Z</dcterms:created>
  <dcterms:modified xsi:type="dcterms:W3CDTF">2020-07-12T17:10:05Z</dcterms:modified>
</cp:coreProperties>
</file>