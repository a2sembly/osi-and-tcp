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29B03-702D-4201-830F-414C5F029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FEFF70-CE3A-4152-85DC-A579B1F7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64E749-EEB0-4AE0-B1C4-A4A5497E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41AE6-3D60-44A4-B0D8-F4ABD9A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6217D1-656B-48C2-A8D2-270DAC48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24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38B4F-5CA2-4151-AF9D-9B1C6510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3BB56-CD70-4B41-AA4A-70BDCE3BB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EE6325-C73F-4D6B-AA71-F1B99166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C31A5A-640D-4D93-AD36-CD56EB87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F9AC6-DBC8-4EE7-872B-B2BFCA24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8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A9FAF-E10A-448F-BD2D-4356F980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FBC70F-35C1-4230-8A01-80AB56A87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9AE05-6DD0-4176-8E81-4B237A2C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B51F7-D483-45B6-95C8-6ADD5B72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CBF31-AAAA-4BF2-9C22-4CB2E0F1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0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68B30-B53E-428F-B016-82E46283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B5F14-67F7-40D7-9B95-B9B606279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29D0AE-8657-4A85-BBA0-7B5880678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89D188-55EC-449F-9060-43C09E7E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179E1-B047-48E2-B96C-A0A44E38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16A5C-87BF-4D76-A4B5-A4CB396B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77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5C0C7-9228-47F2-969E-354D3299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94808E-72D7-4A4E-AD05-DC28C501A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A9FF06-C131-401C-A08A-EE6F01365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F0B068-290E-4047-9F24-3286A86B8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C83A30-16FB-459C-9604-53A0291B3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F18D6C-A65E-42A5-A245-A13CE79F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B9C027-1698-49E0-BEEB-0672B20F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6E6244-AD77-4ED9-9A7C-E0A9AB35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30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2DE8E-8E64-4A58-B9BC-2B690259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DFD14D-F77F-494E-9AB7-647C0C2A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98E23-EB86-4C19-B185-592D85D9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B85188-6961-48A9-BBB4-B4B54F3B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31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CBA6D3-FC4C-444E-A99B-DB1AF7CC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070145-FB68-415B-8BCD-AABF38B6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F214DA-62C7-4FE4-91D2-73B84FDF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07226-9AA5-414F-A1EA-A31D0C2F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AB12CF-56A2-4DF3-8130-A090E61B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A0B444-2B76-45D7-B175-6B4C17498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460C49-841D-4056-8F73-6E4524DA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13630E-C916-4B34-AE6F-6F6905B8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52EF7B-1243-4502-BC6A-3267C0C3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14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B6443-8AF3-422F-B841-333AD515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913D72-FB29-430A-B24D-F4D43B0BC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F664B7-0810-4FF3-A0B7-BA71C87D7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6CFA4-92E8-4F78-89AC-0DB0B9AB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7FB379-67CC-41F7-99FF-6A84CA0C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DD78BB-1305-43AF-8AF9-7F191A56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3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618C6-F525-4C7B-9F0A-3F849B4C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6B4904-03B0-4CDC-9D18-9B2E2B2C5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CE456-3909-4140-97A6-B5FDC491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319D28-11E3-4CF9-9EC2-9F2B19E3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443E4-0DBD-4BDD-A00E-28767F96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2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9D4707-9B5C-41D1-B6D7-D9152DEB7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80523C-B4A4-4710-BB70-CC734F24F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ABA47A-B9E3-407E-B203-343F4A48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94FC6E-4F96-473D-AB62-C33432CA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9EF02-3B85-4369-951A-62305C55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82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BECBAE-D226-4508-9C19-464EEE15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D8E52-87B2-4BEB-9B17-E9898F00E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5AA37-8DF2-4A7E-80A1-9FD473767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A3491-8CDC-4C43-9D02-704F392174B2}" type="datetimeFigureOut">
              <a:rPr lang="ko-KR" altLang="en-US" smtClean="0"/>
              <a:t>2020-07-22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F79A5-73AE-4C2F-9B41-A63473CE3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8D339-EAB8-44DA-8825-CADC399ED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DBFC0-6685-4624-8DE0-FE85CB44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66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E4F7D5-8B6E-4E3F-94CC-EDD59079B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43997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168887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306830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007856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91372283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7644938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OSI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Layer 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TCP/IP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Other protocol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01755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Alligator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Application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L7(Firewall)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SSH, FTP</a:t>
                      </a:r>
                    </a:p>
                    <a:p>
                      <a:pPr algn="ctr" latinLnBrk="1"/>
                      <a:r>
                        <a:rPr lang="en-US" altLang="ko-KR" dirty="0"/>
                        <a:t>Telnet</a:t>
                      </a:r>
                    </a:p>
                    <a:p>
                      <a:pPr algn="ctr" latinLnBrk="1"/>
                      <a:r>
                        <a:rPr lang="en-US" altLang="ko-KR" dirty="0"/>
                        <a:t>SMTP</a:t>
                      </a:r>
                    </a:p>
                    <a:p>
                      <a:pPr algn="ctr" latinLnBrk="1"/>
                      <a:r>
                        <a:rPr lang="en-US" altLang="ko-KR" dirty="0"/>
                        <a:t>POP3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37419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Presentation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25064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Steve’s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Session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19630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Touch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Transport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L4(NAT)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UDP,SCTP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4277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Network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L3(router)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IPv6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64567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Data-Link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L2(switch)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Ethermet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HDLC</a:t>
                      </a:r>
                    </a:p>
                    <a:p>
                      <a:pPr algn="ctr" latinLnBrk="1"/>
                      <a:r>
                        <a:rPr lang="en-US" altLang="ko-KR"/>
                        <a:t>Frame </a:t>
                      </a:r>
                      <a:r>
                        <a:rPr lang="en-US" altLang="ko-KR" dirty="0"/>
                        <a:t>Relay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83027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Please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Physical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202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604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58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이승형</dc:creator>
  <cp:lastModifiedBy>이승형</cp:lastModifiedBy>
  <cp:revision>4</cp:revision>
  <dcterms:created xsi:type="dcterms:W3CDTF">2020-07-12T11:03:09Z</dcterms:created>
  <dcterms:modified xsi:type="dcterms:W3CDTF">2020-07-22T06:30:01Z</dcterms:modified>
</cp:coreProperties>
</file>